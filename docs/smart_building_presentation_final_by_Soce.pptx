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964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d'une plateforme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 IA pour la supervision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 d'un réseau IoT simulé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d'intervention — Maîtrise en informatique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UQAR — Campus de Lévis   |   Été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9736" y="5029200"/>
            <a:ext cx="2249424" cy="365760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59736" y="50292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5029200"/>
            <a:ext cx="2615184" cy="365760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50292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98664" y="5029200"/>
            <a:ext cx="1956816" cy="365760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598664" y="50292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PicoClaw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5029200"/>
            <a:ext cx="1591056" cy="365760"/>
          </a:xfrm>
          <a:prstGeom prst="roundRect">
            <a:avLst>
              <a:gd name="adj" fmla="val 50000"/>
            </a:avLst>
          </a:prstGeom>
          <a:solidFill>
            <a:srgbClr val="5EEAD4">
              <a:alpha val="20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692640" y="502920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Socé Ndiaye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Objectifs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bâtiments intelligents génèrent des volumes massifs de données capteurs difficiles à surveiller manuellement.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systèmes de supervision traditionnels manquent de capacité décisionnelle autonome.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d'une plateforme capable de détecter, analyser et réagir automatiquement aux anomalies.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629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5236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274320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des ESP32 via Docker (capteurs IoT)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anomalies en temps réel (MQTT)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avec un LLM (PicoClaw + Claude Sonnet 4.6)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et déclencher des actions via n8n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automatiquement par courriel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un dashboard temps réel (Streamlit)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la plateforme multi-agents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7373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zones · 8+ capteurs ESP32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51760" y="17373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6517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242316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88920" y="25146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building/#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83480" y="17373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242316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20640" y="25146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Analysis · 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PicoClaw + Claude Sonnet 4.6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15200" y="17373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3152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0" y="242316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452360" y="25146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· HVAC · Fire · Power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6404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46920" y="17373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964692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469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46920" y="242316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9784080" y="25146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SMTP ·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temps réel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testés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 (floor3)   ·   Surchauffe salle serveur   ·   Mauvaise qualité d'air   ·   Panne éclairage   ·   Création dynamique de zones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Architecture &amp; Environnement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 &amp; mise en 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conteneurs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+ n8n + PicoClaw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4805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de messages IoT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hiérarchiques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982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98280" y="2240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Simulateurs &amp; agents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+ Queue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PicoClaw + Claude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4617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LLM avancé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via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93192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480560" y="420624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48056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49240" y="4617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workflows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HTTP + Email SMTP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93192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229600" y="42062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22960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9828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98280" y="4617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MQTT Python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1, reconnexion auto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Simulation IoT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ESP32 virtuels + Zones dynamiques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02920"/>
          </a:xfrm>
          <a:prstGeom prst="roundRect">
            <a:avLst>
              <a:gd name="adj" fmla="val 2727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building/floor1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Humidité · CO₂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· CO₂ élevé · Humidité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486400" cy="502920"/>
          </a:xfrm>
          <a:prstGeom prst="roundRect">
            <a:avLst>
              <a:gd name="adj" fmla="val 2727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5486400" cy="228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4652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building/floor2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194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Mouvement · Luminosité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· Lumière nulle · Capteur bloqué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54864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5486400" cy="502920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548640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5800" y="3703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Étage 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5800" y="3703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building/floor3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4343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Humidité · Fumée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937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 · Surchauffe · Humidité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703320"/>
            <a:ext cx="54864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217920" y="3703320"/>
            <a:ext cx="5486400" cy="502920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217920" y="3977640"/>
            <a:ext cx="5486400" cy="2286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446520" y="3703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serveur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446520" y="3703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building/server_room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4343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Charge CPU · Puissance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4937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critique · Pic CPU · Pic électrique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8580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NOUVEAU  ·  Création dynamique de zones depuis le dashboard — GenericSensor configurable en 1 clic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Agents IA &amp; LLM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· Analyse · Décision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Souscrit à building/#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les dépassements de seuils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 : medium / high / critical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080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251960" y="2194560"/>
            <a:ext cx="3657600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AnalysisAgent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7432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un prompt contextuel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PicoClaw + Claude Sonnet 4.6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le JSON structuré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046720" y="155448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046720" y="2194560"/>
            <a:ext cx="3657600" cy="2743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2753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7532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27432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les règles de décision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les webhooks n8n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 décisions vers dashboard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11247120" cy="100584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PicoClaw + Claude Sonnet 4.6 via Anthropic API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agent ultra-léger (Go, 10 MB RAM)   ·   ~7 secondes/réponse   ·   Format JSON forcé   ·   Prompt en français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Orchestration n8n + Notifications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par courriel (SMTP Gmail)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standard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risque medium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courriel générique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structuré + urgence flag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446520" y="17830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4652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HVAC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high/critical + urgence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651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équipe maintenance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HVAC_ON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4864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incendie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smoke=1 OU floor3 critique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800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urgente + pompiers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évacuation immédiate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703320"/>
            <a:ext cx="54864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446520" y="39319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4652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181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 alimentation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: server_room critique + urgence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800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 électrique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POWER_CUT + HVAC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85800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NOUVEAU  ·  Chaque workflow envoie automatiquement une notification par courriel au responsable du bâtiment (SMTP Gmail)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28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Supervision temps réel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moderne   ·   Design inspiré LO Industry   ·   Contrôle interactif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temps réel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indicateurs colorés (zones actives, anomalies, alertes, surchauffes, zones normales)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3611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48056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de zones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Défilement horizontal fluide type landing page pour toutes les zones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611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capteurs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2286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démarrer/arrêter/supprimer directement dans le 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611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777240" cy="7772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dynamiques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160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à chaud de nouvelles zones avec capteurs personnalisés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3429000"/>
            <a:ext cx="3611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480560" y="3703320"/>
            <a:ext cx="777240" cy="7772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48056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4160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diagnostics Claude Sonnet 4.6 avec sévérité colorée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3429000"/>
            <a:ext cx="3611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Text 29"/>
          <p:cNvSpPr/>
          <p:nvPr/>
        </p:nvSpPr>
        <p:spPr>
          <a:xfrm>
            <a:off x="822960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440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Plotly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0" y="4160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des anomalies par zone (barres + courbes cumulatives)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8 / 11</a:t>
            </a:r>
            <a:endParaRPr lang="en-US" sz="900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248C88EA-0525-576F-2466-41727C3A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740" y="2044700"/>
            <a:ext cx="416560" cy="41656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2148C653-AC39-9698-6597-9A196E3D9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460" y="3764280"/>
            <a:ext cx="579120" cy="675640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44B523A0-6E5B-AB1F-DA13-273AAD23C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3740" y="3794760"/>
            <a:ext cx="566420" cy="566420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ACCA6F13-768B-BF62-474F-539EA50E1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1925320"/>
            <a:ext cx="520700" cy="520700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68AF7007-7652-3E5C-0D9C-C44C37F2A7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750" y="3891280"/>
            <a:ext cx="421640" cy="421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Scénarios validés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injection d'anomalies contrôlées via MQTT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737360"/>
            <a:ext cx="2286000" cy="6400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3017520" cy="6400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injectées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377440" cy="6400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déclenchée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78240" y="1737360"/>
            <a:ext cx="2743200" cy="6400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86968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envoyé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64008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377440"/>
            <a:ext cx="22860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18872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Incendie étage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377440"/>
            <a:ext cx="30175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0" y="2377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smoke=1, temp=62.5°C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23774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2377440"/>
            <a:ext cx="27432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86968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Alerte incendie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301752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18872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serveur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017520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47472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temp=48°C, CPU=97.5%, power=2800W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017520"/>
            <a:ext cx="23774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9224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hvac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78240" y="301752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86968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Coupure + Ventilation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48640" y="3657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97280" y="3657600"/>
            <a:ext cx="22860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18872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d'air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3657600"/>
            <a:ext cx="30175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474720" y="3657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CO₂=2200 ppm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3657600"/>
            <a:ext cx="23774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49224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778240" y="3657600"/>
            <a:ext cx="27432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886968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Alerte standard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29768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48640" y="4297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97280" y="429768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188720" y="4297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éclairage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83280" y="4297680"/>
            <a:ext cx="3017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47472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luminosity=0, motion=1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4297680"/>
            <a:ext cx="23774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492240" y="4297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778240" y="4297680"/>
            <a:ext cx="2743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886968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Alerte standard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5486400"/>
            <a:ext cx="11247120" cy="822960"/>
          </a:xfrm>
          <a:prstGeom prst="roundRect">
            <a:avLst>
              <a:gd name="adj" fmla="val 13333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85800" y="5486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4/4 scénarios validés   ·   Latence </a:t>
            </a:r>
            <a:r>
              <a:rPr lang="en-US" sz="1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7s (Claude)   ·   Emails reçus sous 10s de la </a:t>
            </a:r>
            <a:r>
              <a:rPr lang="en-US" sz="1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Métriques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fonctionnelle de bout en bout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37160" cy="2011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simulés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zones · Docker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137160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56616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n8n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hvac / fire / power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137160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Analysis · Decision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15544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8961120" y="1554480"/>
            <a:ext cx="137160" cy="2011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23544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~7s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23544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Claude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90s avec Ollama local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validé de bout en bout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Simulés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148840" y="44805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14884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488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93592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749040" y="44805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74904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490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93792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349240" y="44805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34924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PicoClaw+Claude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93992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949440" y="44805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94944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94192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549640" y="44805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54964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496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994392" y="4709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149840" y="44805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014984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14984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Gmail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85800" y="56235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Anomalies détectées en temps réel     ✓ Diagnostics Claude Sonnet 4.6     ✓ Actions n8n déclenchées     ✓ Emails envoyés automatiquement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- Supervision IoT   ·   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multi-agents IoT fonctionnelle de bout en bout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PicoClaw + Claude Sonnet 4.6 (13x plus rapide qu'Ollama)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063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n8n avec notifications email automatisées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temps réel avec création dynamique de zones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scénarios validés par injection MQTT contrôlée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19202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matériel physique (ESP32 réels)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25146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nouveaux types de capteurs (qualité d'eau, occupation)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310896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4008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3063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Historisation des données pour analyse prédictive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37033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008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privacy : Ollama local vs LLM cloud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429768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40080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base de données pour audit et conformité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1100</Words>
  <Application>Microsoft Office PowerPoint</Application>
  <PresentationFormat>Grand écran</PresentationFormat>
  <Paragraphs>274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Building - Supervision IoT</dc:title>
  <dc:subject>PptxGenJS Presentation</dc:subject>
  <dc:creator>PptxGenJS</dc:creator>
  <cp:lastModifiedBy>Socé Ndiaye</cp:lastModifiedBy>
  <cp:revision>3</cp:revision>
  <dcterms:created xsi:type="dcterms:W3CDTF">2026-07-24T04:58:29Z</dcterms:created>
  <dcterms:modified xsi:type="dcterms:W3CDTF">2026-07-24T23:22:05Z</dcterms:modified>
</cp:coreProperties>
</file>