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d'une plateforme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multi-agents IA pour la supervision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intelligente d'un réseau IoT simulé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45720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d'intervention — Maîtrise en informatique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UQAR — Campus de Lévis  |  Hiver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290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0" y="3429000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34290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3429000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34290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Local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3429000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4290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Socé Ndiaye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&amp; Objectifs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du projet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5270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bâtiments intelligents génèrent des volumes massifs de données capteurs difficiles à surveiller manuellement.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23113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1854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systèmes de supervision traditionnels manquent de capacité décisionnelle autonome.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88950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8437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d'une plateforme capable de détecter, analyser et réagir automatiquement aux anomalies.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420624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600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Simuler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ESP32 via Docker (capteurs IoT)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anomalies en temps réel (MQTT)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788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un LLM local (Mistral via Ollama)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383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Décider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déclencher des actions via n8n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977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des scénarios de test documentés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Globale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de la plateforme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1920240" cy="329184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97280"/>
            <a:ext cx="19202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4813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IoT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zones · 8 capteurs ESP32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Python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94560" y="274320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2468880" y="1097280"/>
            <a:ext cx="1920240" cy="3291840"/>
          </a:xfrm>
          <a:prstGeom prst="rect">
            <a:avLst/>
          </a:prstGeom>
          <a:solidFill>
            <a:srgbClr val="1B4F72">
              <a:alpha val="12000"/>
            </a:srgbClr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097280"/>
            <a:ext cx="1920240" cy="2926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0972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60320" y="14813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MQTT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1920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building/#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0" y="274320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4663440" y="1097280"/>
            <a:ext cx="1920240" cy="329184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097280"/>
            <a:ext cx="192024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0972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14813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1920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· Analysis · Decision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/ Mistral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83680" y="274320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6858000" y="1097280"/>
            <a:ext cx="1920240" cy="329184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1097280"/>
            <a:ext cx="192024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10972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49440" y="14813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49440" y="1920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· HVAC · Fire · Power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544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testés : Incendie (floor3) · Surchauffe serveur · Mauvaise qualité d'air · Panne éclairage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Architecture &amp; Environnement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Semaines 1–2 · Choix technologiques &amp; mise en place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265176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54864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234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" y="152704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des conteneurs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+ n8n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5176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43000"/>
            <a:ext cx="54864" cy="15087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1234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MQTT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28416" y="152704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de messages IoT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hiérarchiques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65176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43000"/>
            <a:ext cx="54864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1234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54496" y="152704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Simulateurs &amp; agents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+ Queue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834640"/>
            <a:ext cx="265176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34640"/>
            <a:ext cx="54864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/ Mistral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2336" y="321868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local quantifié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dépendance cloud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2834640"/>
            <a:ext cx="265176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834640"/>
            <a:ext cx="54864" cy="15087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28416" y="321868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workflows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HTTP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2834640"/>
            <a:ext cx="265176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834640"/>
            <a:ext cx="54864" cy="1508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54496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paho-mqtt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54496" y="321868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MQTT Python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1, reconnexion auto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Simulation IoT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Semaines 3–4 · Capteurs ESP32 virtuels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41148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Étage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4813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371600" y="14813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· Humidité · CO₂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18105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63040" y="18105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Surchauffe · CO₂ élevé · Humidité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395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building/etage_1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411480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97280"/>
            <a:ext cx="411480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Étage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4813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760720" y="14813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· Mouvement · Luminosité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18105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52160" y="18105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Surchauffe · Lumière nulle · Capteur bloqué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0" y="2395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building/etage_2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971800"/>
            <a:ext cx="411480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971800"/>
            <a:ext cx="4114800" cy="3200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971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Étage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3558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371600" y="33558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· Humidité · Fumée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3685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463040" y="36850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Incendie · Surchauffe · Humidité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270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building/etage_3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971800"/>
            <a:ext cx="411480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971800"/>
            <a:ext cx="411480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971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serveur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0" y="33558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760720" y="33558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· Charge CPU · Puissance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0" y="3685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52160" y="36850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Surchauffe critique · Pic CPU · Pic électrique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54880" y="4270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building/salle_serveur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Agents IA &amp; LLM Local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Semaines 5–7 · Détection · Analyse · Décision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269748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269748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MonitorAgent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Souscrit à building/#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les dépassements de seuils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 : medium / high / critical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71800" y="2560320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3200400" y="1097280"/>
            <a:ext cx="269748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97280"/>
            <a:ext cx="269748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0972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AnalysisAgent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5727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LLM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19202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 un prompt contextuel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Appelle Mistral via Ollama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le JSON structuré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560320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6126480" y="1097280"/>
            <a:ext cx="269748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97280"/>
            <a:ext cx="269748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0972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DecisionAgent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15727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19202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 les règles de décision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 les webhooks n8n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: alert · hvac · fire · power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4160520"/>
            <a:ext cx="2651760" cy="658368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4187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· mistral:7b-instruct-q4_0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44622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local · CPU · ~90s/réponse · format JSON forcé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70832" y="4023360"/>
            <a:ext cx="0" cy="13716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Orchestration n8n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automatisés · Actions simulées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41148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: alert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48132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standard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anomalies medium+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structuré + urgence flag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95728"/>
            <a:ext cx="3931920" cy="27432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140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 : risque medium → high → critical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11480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97280"/>
            <a:ext cx="411480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: hvac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48132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ventilation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Surchauffe serveur · Autres high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HVAC_ON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395728"/>
            <a:ext cx="3931920" cy="274320"/>
          </a:xfrm>
          <a:prstGeom prst="rect">
            <a:avLst/>
          </a:prstGeom>
          <a:solidFill>
            <a:srgbClr val="1B4F72">
              <a:alpha val="15000"/>
            </a:srgbClr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4140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 : server_room high/critical + urgence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411480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71800"/>
            <a:ext cx="4114800" cy="3200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971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: fire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35584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incendie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Fumée détectée sur floor3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Évacuation immédiate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270248"/>
            <a:ext cx="3931920" cy="274320"/>
          </a:xfrm>
          <a:prstGeom prst="rect">
            <a:avLst/>
          </a:prstGeom>
          <a:solidFill>
            <a:srgbClr val="F43F5E">
              <a:alpha val="15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885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 : smoke=1 OU floor3 high/critical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2971800"/>
            <a:ext cx="411480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971800"/>
            <a:ext cx="411480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971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: power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335584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Coupure alimentation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Surchauffe critique serveur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POWER_CUT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4270248"/>
            <a:ext cx="3931920" cy="27432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42885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 : server_room critical + urgence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Tests &amp; Scénarios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par injection d'anomalies contrôlées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85953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548640" cy="3657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097280"/>
            <a:ext cx="2377440" cy="3657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injectées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attendue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463040"/>
            <a:ext cx="859536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463040"/>
            <a:ext cx="64008" cy="7132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463040"/>
            <a:ext cx="45720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1463040"/>
            <a:ext cx="237744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Incendie étage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1463040"/>
            <a:ext cx="320040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smoke=1, temp=62.5°C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46520" y="1664208"/>
            <a:ext cx="2286000" cy="310896"/>
          </a:xfrm>
          <a:prstGeom prst="rect">
            <a:avLst/>
          </a:prstGeom>
          <a:solidFill>
            <a:srgbClr val="F43F5E">
              <a:alpha val="18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66420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+ alert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212848"/>
            <a:ext cx="859536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12848"/>
            <a:ext cx="64008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212848"/>
            <a:ext cx="45720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2212848"/>
            <a:ext cx="237744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Surchauffe salle serveur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0" y="2212848"/>
            <a:ext cx="320040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temp=48°C, CPU=97.5%, power=2800W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46520" y="2414016"/>
            <a:ext cx="2286000" cy="310896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241401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+ hvac + alert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962656"/>
            <a:ext cx="859536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962656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962656"/>
            <a:ext cx="45720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2962656"/>
            <a:ext cx="237744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Mauvaise qualité d'air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0" y="2962656"/>
            <a:ext cx="320040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CO₂=2200 ppm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46520" y="3163824"/>
            <a:ext cx="2286000" cy="310896"/>
          </a:xfrm>
          <a:prstGeom prst="rect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316382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712464"/>
            <a:ext cx="859536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12464"/>
            <a:ext cx="64008" cy="7132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712464"/>
            <a:ext cx="45720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" y="3712464"/>
            <a:ext cx="237744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 éclairage + présence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0" y="3712464"/>
            <a:ext cx="320040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luminosity=0, motion=1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46520" y="3913632"/>
            <a:ext cx="2286000" cy="310896"/>
          </a:xfrm>
          <a:prstGeom prst="rect">
            <a:avLst/>
          </a:prstGeom>
          <a:solidFill>
            <a:srgbClr val="1B4F72">
              <a:alpha val="18000"/>
            </a:srgbClr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391363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Démonstration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fonctionnelle de bout en bout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1920240" cy="164592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1920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344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74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simulés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286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zones · Docker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1097280"/>
            <a:ext cx="1920240" cy="1645920"/>
          </a:xfrm>
          <a:prstGeom prst="rect">
            <a:avLst/>
          </a:prstGeom>
          <a:solidFill>
            <a:srgbClr val="1B4F72">
              <a:alpha val="12000"/>
            </a:srgbClr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097280"/>
            <a:ext cx="1920240" cy="5486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2344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2450592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n8n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50592" y="2286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alert/hvac/fire/power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26864" y="1097280"/>
            <a:ext cx="1920240" cy="164592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097280"/>
            <a:ext cx="19202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12344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626864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26864" y="2286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Monitor·Analysis·Decision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03136" y="1097280"/>
            <a:ext cx="1920240" cy="164592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1097280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3136" y="12344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6803136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testés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03136" y="2286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MQTT directe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validé de bout en bout :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3337560"/>
            <a:ext cx="1298448" cy="566928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33756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simulés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572768" y="3621024"/>
            <a:ext cx="16459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1737360" y="3337560"/>
            <a:ext cx="1298448" cy="566928"/>
          </a:xfrm>
          <a:prstGeom prst="rect">
            <a:avLst/>
          </a:prstGeom>
          <a:solidFill>
            <a:srgbClr val="1B4F72">
              <a:alpha val="20000"/>
            </a:srgbClr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37360" y="333756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035808" y="3621024"/>
            <a:ext cx="16459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3200400" y="3337560"/>
            <a:ext cx="1298448" cy="566928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333756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MonitorAgent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498848" y="3621024"/>
            <a:ext cx="16459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4663440" y="3337560"/>
            <a:ext cx="1298448" cy="566928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333756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AnalysisAgent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(Mistral)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961888" y="3621024"/>
            <a:ext cx="16459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6126480" y="3337560"/>
            <a:ext cx="1298448" cy="56692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333756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DecisionAgent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424928" y="3621024"/>
            <a:ext cx="16459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7589520" y="3337560"/>
            <a:ext cx="1298448" cy="566928"/>
          </a:xfrm>
          <a:prstGeom prst="rect">
            <a:avLst/>
          </a:prstGeom>
          <a:solidFill>
            <a:srgbClr val="F43F5E">
              <a:alpha val="2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333756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65760" y="4069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Anomalies détectées en temps réel     ✔ Diagnostics LLM en français     ✔ Actions déclenchées dans n8n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5720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143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multi-agents IoT fonctionnelle de bout en bout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6459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local intégré sans dépendance cloud (Ollama / Mistral)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1488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automatisée avec n8n (4 workflows actifs)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26517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scénarios de test validés par injection MQTT directe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844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Streamlit temps réel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7588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404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de nouveaux types de capteurs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94176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0965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sur matériel physique (ESP32 réels)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Plateforme Multi-Agents IA — Smart Building IoT</dc:title>
  <dc:subject>PptxGenJS Presentation</dc:subject>
  <dc:creator>PptxGenJS</dc:creator>
  <cp:lastModifiedBy>PptxGenJS</cp:lastModifiedBy>
  <cp:revision>1</cp:revision>
  <dcterms:created xsi:type="dcterms:W3CDTF">2026-04-13T22:47:43Z</dcterms:created>
  <dcterms:modified xsi:type="dcterms:W3CDTF">2026-04-13T22:47:43Z</dcterms:modified>
</cp:coreProperties>
</file>